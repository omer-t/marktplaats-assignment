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73"/>
    <p:restoredTop sz="94658"/>
  </p:normalViewPr>
  <p:slideViewPr>
    <p:cSldViewPr snapToGrid="0">
      <p:cViewPr varScale="1">
        <p:scale>
          <a:sx n="120" d="100"/>
          <a:sy n="120" d="100"/>
        </p:scale>
        <p:origin x="13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BB071BF5-761A-4556-9F3B-0C5CE095A7CC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6DEBE8-072F-477A-9844-7F7C6059950D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lnSpc>
                <a:spcPct val="105000"/>
              </a:lnSpc>
              <a:buNone/>
              <a:defRPr sz="75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02F684-A616-491F-8077-6CD2F2B79134}"/>
              </a:ext>
            </a:extLst>
          </p:cNvPr>
          <p:cNvSpPr>
            <a:spLocks noGrp="1"/>
          </p:cNvSpPr>
          <p:nvPr/>
        </p:nvSpPr>
        <p:spPr>
          <a:xfrm>
            <a:off x="493776" y="548640"/>
            <a:ext cx="10561320" cy="713232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41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410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SMB Bundle Strategy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40927E-B027-400D-B31B-078BADA40D0D}"/>
              </a:ext>
            </a:extLst>
          </p:cNvPr>
          <p:cNvSpPr>
            <a:spLocks noGrp="1"/>
          </p:cNvSpPr>
          <p:nvPr/>
        </p:nvSpPr>
        <p:spPr>
          <a:xfrm>
            <a:off x="512064" y="1345000"/>
            <a:ext cx="10600000" cy="4572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8000"/>
              </a:lnSpc>
              <a:buNone/>
              <a:defRPr sz="17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7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Home Assignment for Senior Marketing Analyst role at </a:t>
            </a:r>
            <a:r>
              <a:rPr sz="1700" b="0" dirty="0" err="1">
                <a:solidFill>
                  <a:srgbClr val="A5A5A5"/>
                </a:solidFill>
                <a:latin typeface="Arial"/>
                <a:ea typeface="Arial"/>
                <a:cs typeface="Arial"/>
              </a:rPr>
              <a:t>Marktplaats</a:t>
            </a:r>
            <a:endParaRPr sz="1700" b="0" dirty="0">
              <a:solidFill>
                <a:srgbClr val="A5A5A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1815675A-20BE-458D-8661-1BD3C6B5D0A5}"/>
              </a:ext>
            </a:extLst>
          </p:cNvPr>
          <p:cNvSpPr>
            <a:spLocks noGrp="1"/>
          </p:cNvSpPr>
          <p:nvPr/>
        </p:nvSpPr>
        <p:spPr>
          <a:xfrm>
            <a:off x="514350" y="2476500"/>
            <a:ext cx="1072515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B2D3B7-74AF-47B5-98D9-9CE7B8677A13}"/>
              </a:ext>
            </a:extLst>
          </p:cNvPr>
          <p:cNvSpPr>
            <a:spLocks noGrp="1"/>
          </p:cNvSpPr>
          <p:nvPr/>
        </p:nvSpPr>
        <p:spPr>
          <a:xfrm>
            <a:off x="590550" y="2914650"/>
            <a:ext cx="666750" cy="3619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C43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A884B3-8E88-4E44-BA27-F7BBF3732FF8}"/>
              </a:ext>
            </a:extLst>
          </p:cNvPr>
          <p:cNvSpPr>
            <a:spLocks noGrp="1"/>
          </p:cNvSpPr>
          <p:nvPr/>
        </p:nvSpPr>
        <p:spPr>
          <a:xfrm>
            <a:off x="590550" y="3371850"/>
            <a:ext cx="219075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F4C430"/>
                </a:solidFill>
                <a:latin typeface="Arial"/>
                <a:ea typeface="Arial"/>
                <a:cs typeface="Arial"/>
              </a:rPr>
              <a:t>Identify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BD2534-1DE9-463C-AC10-EFF47B62BF0C}"/>
              </a:ext>
            </a:extLst>
          </p:cNvPr>
          <p:cNvSpPr>
            <a:spLocks noGrp="1"/>
          </p:cNvSpPr>
          <p:nvPr/>
        </p:nvSpPr>
        <p:spPr>
          <a:xfrm>
            <a:off x="590550" y="3810000"/>
            <a:ext cx="2190750" cy="990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Find likely SMB sellers using seller behavior and </a:t>
            </a:r>
            <a:r>
              <a:rPr lang="en-US" sz="12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attributes</a:t>
            </a:r>
            <a:endParaRPr sz="1200" b="0" dirty="0">
              <a:solidFill>
                <a:srgbClr val="A5A5A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6D38E9-B9E6-4C46-B738-8EF1E19E41B6}"/>
              </a:ext>
            </a:extLst>
          </p:cNvPr>
          <p:cNvSpPr>
            <a:spLocks noGrp="1"/>
          </p:cNvSpPr>
          <p:nvPr/>
        </p:nvSpPr>
        <p:spPr>
          <a:xfrm>
            <a:off x="3390900" y="2914650"/>
            <a:ext cx="666750" cy="3619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FB3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28AE2A-61C9-437D-859E-EF98C6A227C3}"/>
              </a:ext>
            </a:extLst>
          </p:cNvPr>
          <p:cNvSpPr>
            <a:spLocks noGrp="1"/>
          </p:cNvSpPr>
          <p:nvPr/>
        </p:nvSpPr>
        <p:spPr>
          <a:xfrm>
            <a:off x="3390900" y="3371850"/>
            <a:ext cx="219075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4FB3FF"/>
                </a:solidFill>
                <a:latin typeface="Arial"/>
                <a:ea typeface="Arial"/>
                <a:cs typeface="Arial"/>
              </a:rPr>
              <a:t>Prioritize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FF63F0-A94C-4DAD-B65C-CD262DD81C46}"/>
              </a:ext>
            </a:extLst>
          </p:cNvPr>
          <p:cNvSpPr>
            <a:spLocks noGrp="1"/>
          </p:cNvSpPr>
          <p:nvPr/>
        </p:nvSpPr>
        <p:spPr>
          <a:xfrm>
            <a:off x="3390900" y="3810000"/>
            <a:ext cx="2190750" cy="990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Rank sellers by outreach readiness and bundle fit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427021-BCC1-4F5F-900A-65B9F1C68401}"/>
              </a:ext>
            </a:extLst>
          </p:cNvPr>
          <p:cNvSpPr>
            <a:spLocks noGrp="1"/>
          </p:cNvSpPr>
          <p:nvPr/>
        </p:nvSpPr>
        <p:spPr>
          <a:xfrm>
            <a:off x="6191250" y="2914650"/>
            <a:ext cx="666750" cy="3619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7A21B2-9BA6-4F0D-A812-589C470B8522}"/>
              </a:ext>
            </a:extLst>
          </p:cNvPr>
          <p:cNvSpPr>
            <a:spLocks noGrp="1"/>
          </p:cNvSpPr>
          <p:nvPr/>
        </p:nvSpPr>
        <p:spPr>
          <a:xfrm>
            <a:off x="6191250" y="3371850"/>
            <a:ext cx="219075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Monitor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61F744-BCD6-4AD3-B28E-C37F1A29B1B1}"/>
              </a:ext>
            </a:extLst>
          </p:cNvPr>
          <p:cNvSpPr>
            <a:spLocks noGrp="1"/>
          </p:cNvSpPr>
          <p:nvPr/>
        </p:nvSpPr>
        <p:spPr>
          <a:xfrm>
            <a:off x="6191250" y="3810000"/>
            <a:ext cx="2190750" cy="990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Track bundle adoption, revenue, and customer quality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4DD1BE-D7B7-4AB2-A51B-3A87F8328BF1}"/>
              </a:ext>
            </a:extLst>
          </p:cNvPr>
          <p:cNvSpPr>
            <a:spLocks noGrp="1"/>
          </p:cNvSpPr>
          <p:nvPr/>
        </p:nvSpPr>
        <p:spPr>
          <a:xfrm>
            <a:off x="8991600" y="2914650"/>
            <a:ext cx="666750" cy="3619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2158E59-14EB-45A1-9413-A253C841559B}"/>
              </a:ext>
            </a:extLst>
          </p:cNvPr>
          <p:cNvSpPr>
            <a:spLocks noGrp="1"/>
          </p:cNvSpPr>
          <p:nvPr/>
        </p:nvSpPr>
        <p:spPr>
          <a:xfrm>
            <a:off x="8991600" y="3371850"/>
            <a:ext cx="219075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Scale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628688-FAE7-412B-8A94-7E5256E730B9}"/>
              </a:ext>
            </a:extLst>
          </p:cNvPr>
          <p:cNvSpPr>
            <a:spLocks noGrp="1"/>
          </p:cNvSpPr>
          <p:nvPr/>
        </p:nvSpPr>
        <p:spPr>
          <a:xfrm>
            <a:off x="8991600" y="3810000"/>
            <a:ext cx="2190750" cy="990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Use </a:t>
            </a:r>
            <a:r>
              <a:rPr lang="en-US" sz="120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Lifecycle</a:t>
            </a:r>
            <a:r>
              <a:rPr sz="12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 and in-product prompts to grow adoption</a:t>
            </a:r>
          </a:p>
        </p:txBody>
      </p:sp>
      <p:sp>
        <p:nvSpPr>
          <p:cNvPr id="21" name="Meta information">
            <a:extLst>
              <a:ext uri="{FF2B5EF4-FFF2-40B4-BE49-F238E27FC236}">
                <a16:creationId xmlns:a16="http://schemas.microsoft.com/office/drawing/2014/main" id="{2BA5AE30-556F-45E9-9898-18A97F344CFD}"/>
              </a:ext>
            </a:extLst>
          </p:cNvPr>
          <p:cNvSpPr>
            <a:spLocks noGrp="1"/>
          </p:cNvSpPr>
          <p:nvPr/>
        </p:nvSpPr>
        <p:spPr>
          <a:xfrm>
            <a:off x="512064" y="1750000"/>
            <a:ext cx="5000000" cy="560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8000"/>
              </a:lnSpc>
              <a:buNone/>
              <a:defRPr sz="13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7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Omer Tal</a:t>
            </a:r>
            <a:r>
              <a:rPr lang="en-US" sz="17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, </a:t>
            </a:r>
            <a:r>
              <a:rPr sz="17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June 2026</a:t>
            </a:r>
          </a:p>
        </p:txBody>
      </p:sp>
    </p:spTree>
    <p:extLst>
      <p:ext uri="{BB962C8B-B14F-4D97-AF65-F5344CB8AC3E}">
        <p14:creationId xmlns:p14="http://schemas.microsoft.com/office/powerpoint/2010/main" val="187844035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59</Words>
  <Application>Microsoft Macintosh PowerPoint</Application>
  <DocSecurity>0</DocSecurity>
  <PresentationFormat>Widescreen</PresentationFormat>
  <Paragraphs>15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Omer Tal</cp:lastModifiedBy>
  <cp:revision>4</cp:revision>
  <dcterms:created xsi:type="dcterms:W3CDTF">2026-06-13T17:23:37Z</dcterms:created>
  <dcterms:modified xsi:type="dcterms:W3CDTF">2026-06-14T13:28:17Z</dcterms:modified>
</cp:coreProperties>
</file>