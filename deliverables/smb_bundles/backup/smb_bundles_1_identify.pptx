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5D540259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3_6715009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6_66FA96F5.xml" ContentType="application/vnd.ms-powerpoint.comments+xml"/>
  <Override PartName="/ppt/notesSlides/notesSlide8.xml" ContentType="application/vnd.openxmlformats-officedocument.presentationml.notesSlide+xml"/>
  <Override PartName="/ppt/comments/modernComment_107_4490B3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691"/>
  </p:normalViewPr>
  <p:slideViewPr>
    <p:cSldViewPr snapToGrid="0">
      <p:cViewPr varScale="1">
        <p:scale>
          <a:sx n="213" d="100"/>
          <a:sy n="213" d="100"/>
        </p:scale>
        <p:origin x="4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1_5D5402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B1040-B1A8-934B-AD3D-2513803A409B}" authorId="{415BEED1-CB72-B48E-F02F-A910FFABA975}" created="2026-06-15T20:10:53.9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7"/>
      <ac:spMk id="46" creationId="{47D1F815-DDE6-4E60-B387-97C475589306}"/>
    </ac:deMkLst>
    <p188:txBody>
      <a:bodyPr/>
      <a:lstStyle/>
      <a:p>
        <a:r>
          <a:rPr lang="en-US"/>
          <a:t>remove</a:t>
        </a:r>
      </a:p>
    </p188:txBody>
  </p188:cm>
  <p188:cm id="{254AA85D-B778-034B-B2D2-D1BC2066CA44}" authorId="{415BEED1-CB72-B48E-F02F-A910FFABA975}" created="2026-06-15T20:11:12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7"/>
      <ac:spMk id="10" creationId="{2178FA77-A0E9-4651-8A84-AC52DF717621}"/>
    </ac:deMkLst>
    <p188:txBody>
      <a:bodyPr/>
      <a:lstStyle/>
      <a:p>
        <a:r>
          <a:rPr lang="en-US"/>
          <a:t>do not get into details</a:t>
        </a:r>
      </a:p>
    </p188:txBody>
  </p188:cm>
</p188:cmLst>
</file>

<file path=ppt/comments/modernComment_103_671500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568F2-B6FB-764D-A7C3-AD5A6465D937}" authorId="{415BEED1-CB72-B48E-F02F-A910FFABA975}" created="2026-06-15T20:12:44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29429648" sldId="259"/>
      <ac:graphicFrameMk id="17" creationId="{00000000-0000-0000-0000-000000000000}"/>
    </ac:deMkLst>
    <p188:txBody>
      <a:bodyPr/>
      <a:lstStyle/>
      <a:p>
        <a:r>
          <a:rPr lang="en-US"/>
          <a:t>reorder: CPC, Invoice amount first</a:t>
        </a:r>
      </a:p>
    </p188:txBody>
  </p188:cm>
</p188:cmLst>
</file>

<file path=ppt/comments/modernComment_106_66FA96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57C0FB-C6B6-B64D-9351-EF8663339985}" authorId="{415BEED1-CB72-B48E-F02F-A910FFABA975}" created="2026-06-15T19:31:56.213">
    <pc:sldMkLst xmlns:pc="http://schemas.microsoft.com/office/powerpoint/2013/main/command">
      <pc:docMk/>
      <pc:sldMk cId="1727698677" sldId="262"/>
    </pc:sldMkLst>
    <p188:txBody>
      <a:bodyPr/>
      <a:lstStyle/>
      <a:p>
        <a:r>
          <a:rPr lang="en-US"/>
          <a:t>Remove this signal</a:t>
        </a:r>
      </a:p>
    </p188:txBody>
  </p188:cm>
</p188:cmLst>
</file>

<file path=ppt/comments/modernComment_107_4490B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created="2026-06-15T19:33:23.0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graphicFrameMk id="10" creationId="{00000000-0000-0000-0000-000000000000}"/>
      <ac:tblMk/>
      <ac:tcMk rowId="10003" colId="20001"/>
      <ac:txMk cp="0" len="45">
        <ac:context len="46" hash="2602481956"/>
      </ac:txMk>
    </ac:txMkLst>
    <p188:pos x="4442883" y="1454083"/>
    <p188:txBody>
      <a:bodyPr/>
      <a:lstStyle/>
      <a:p>
        <a:r>
          <a:rPr lang="en-US"/>
          <a:t>rephrase</a:t>
        </a:r>
      </a:p>
    </p188:txBody>
  </p188:cm>
  <p188:cm id="{C8FDF3E7-26C1-A548-A8B3-ED9686E3BE31}" authorId="{415BEED1-CB72-B48E-F02F-A910FFABA975}" created="2026-06-15T19:33:49.8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spMk id="12" creationId="{E6D23BF3-2401-4FDA-BDDF-486C1AD3B8B9}"/>
      <ac:txMk cp="0" len="101">
        <ac:context len="102" hash="1162065837"/>
      </ac:txMk>
    </ac:txMkLst>
    <p188:pos x="6525683" y="338600"/>
    <p188:txBody>
      <a:bodyPr/>
      <a:lstStyle/>
      <a:p>
        <a:r>
          <a:rPr lang="en-US"/>
          <a:t>rephrase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5D54025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6715009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66FA96F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4490B3C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/ 08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9" name="Buyer Demand card">
            <a:extLst>
              <a:ext uri="{FF2B5EF4-FFF2-40B4-BE49-F238E27FC236}">
                <a16:creationId xmlns:a16="http://schemas.microsoft.com/office/drawing/2014/main"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a16:creationId xmlns:a16="http://schemas.microsoft.com/office/drawing/2014/main"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a16:creationId xmlns:a16="http://schemas.microsoft.com/office/drawing/2014/main"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6" name="Scoring Flow label">
            <a:extLst>
              <a:ext uri="{FF2B5EF4-FFF2-40B4-BE49-F238E27FC236}">
                <a16:creationId xmlns:a16="http://schemas.microsoft.com/office/drawing/2014/main"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a16:creationId xmlns:a16="http://schemas.microsoft.com/office/drawing/2014/main"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a16:creationId xmlns:a16="http://schemas.microsoft.com/office/drawing/2014/main"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a16:creationId xmlns:a16="http://schemas.microsoft.com/office/drawing/2014/main"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a16:creationId xmlns:a16="http://schemas.microsoft.com/office/drawing/2014/main"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305752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a16:creationId xmlns:a16="http://schemas.microsoft.com/office/drawing/2014/main"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a16:creationId xmlns:a16="http://schemas.microsoft.com/office/drawing/2014/main"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a16:creationId xmlns:a16="http://schemas.microsoft.com/office/drawing/2014/main"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a16:creationId xmlns:a16="http://schemas.microsoft.com/office/drawing/2014/main"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67400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a16:creationId xmlns:a16="http://schemas.microsoft.com/office/drawing/2014/main"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a16:creationId xmlns:a16="http://schemas.microsoft.com/office/drawing/2014/main"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a16:creationId xmlns:a16="http://schemas.microsoft.com/office/drawing/2014/main"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a16:creationId xmlns:a16="http://schemas.microsoft.com/office/drawing/2014/main"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7727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a16:creationId xmlns:a16="http://schemas.microsoft.com/office/drawing/2014/main"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a16:creationId xmlns:a16="http://schemas.microsoft.com/office/drawing/2014/main"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a16:creationId xmlns:a16="http://schemas.microsoft.com/office/drawing/2014/main"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  <p:sp>
        <p:nvSpPr>
          <p:cNvPr id="62" name="Business Markers list"/>
          <p:cNvSpPr>
            <a:spLocks noGrp="1"/>
          </p:cNvSpPr>
          <p:nvPr/>
        </p:nvSpPr>
        <p:spPr>
          <a:xfrm>
            <a:off x="609600" y="3149037"/>
            <a:ext cx="191335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525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  <a:p>
            <a:pPr marL="361950" indent="-285750" algn="l">
              <a:buClr>
                <a:srgbClr val="FFD525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63" name="Paid Usage list"/>
          <p:cNvSpPr>
            <a:spLocks noGrp="1"/>
          </p:cNvSpPr>
          <p:nvPr/>
        </p:nvSpPr>
        <p:spPr>
          <a:xfrm>
            <a:off x="2830830" y="3149037"/>
            <a:ext cx="178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 CPC, invoices</a:t>
            </a:r>
          </a:p>
        </p:txBody>
      </p:sp>
      <p:sp>
        <p:nvSpPr>
          <p:cNvPr id="64" name="Seller Activity list"/>
          <p:cNvSpPr>
            <a:spLocks noGrp="1"/>
          </p:cNvSpPr>
          <p:nvPr/>
        </p:nvSpPr>
        <p:spPr>
          <a:xfrm>
            <a:off x="5052060" y="3149037"/>
            <a:ext cx="1973580" cy="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65" name="Category Focus list"/>
          <p:cNvSpPr>
            <a:spLocks noGrp="1"/>
          </p:cNvSpPr>
          <p:nvPr/>
        </p:nvSpPr>
        <p:spPr>
          <a:xfrm>
            <a:off x="7273290" y="3149037"/>
            <a:ext cx="1973580" cy="8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Category-specific thresholds</a:t>
            </a:r>
          </a:p>
        </p:txBody>
      </p:sp>
      <p:sp>
        <p:nvSpPr>
          <p:cNvPr id="66" name="Buyer Demand list"/>
          <p:cNvSpPr>
            <a:spLocks noGrp="1"/>
          </p:cNvSpPr>
          <p:nvPr/>
        </p:nvSpPr>
        <p:spPr>
          <a:xfrm>
            <a:off x="9494520" y="3149037"/>
            <a:ext cx="1780000" cy="8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>
            <p:extLst>
              <p:ext uri="{D42A27DB-BD31-4B8C-83A1-F6EECF244321}">
                <p14:modId xmlns:p14="http://schemas.microsoft.com/office/powerpoint/2010/main" val="143331012"/>
              </p:ext>
            </p:extLst>
          </p:nvPr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19" name="Potential Metrics table"/>
          <p:cNvGraphicFramePr/>
          <p:nvPr>
            <p:extLst>
              <p:ext uri="{D42A27DB-BD31-4B8C-83A1-F6EECF244321}">
                <p14:modId xmlns:p14="http://schemas.microsoft.com/office/powerpoint/2010/main" val="2713399914"/>
              </p:ext>
            </p:extLst>
          </p:nvPr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</a:t>
            </a:r>
            <a:r>
              <a:rPr sz="1100" b="0" dirty="0" err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user_id</a:t>
            </a: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, </a:t>
            </a:r>
            <a:r>
              <a:rPr sz="1100" b="0" dirty="0" err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smb_score</a:t>
            </a: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902</Words>
  <Application>Microsoft Macintosh PowerPoint</Application>
  <DocSecurity>0</DocSecurity>
  <PresentationFormat>Widescreen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Menlo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7</cp:revision>
  <dcterms:created xsi:type="dcterms:W3CDTF">2026-06-13T17:23:37Z</dcterms:created>
  <dcterms:modified xsi:type="dcterms:W3CDTF">2026-06-15T20:24:18Z</dcterms:modified>
</cp:coreProperties>
</file>