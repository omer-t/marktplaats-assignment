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19953fcfa5b4177" /><Relationship Type="http://schemas.openxmlformats.org/officeDocument/2006/relationships/extended-properties" Target="/docProps/app.xml" Id="R648fcdbecd0c45ed" /><Relationship Type="http://schemas.openxmlformats.org/officeDocument/2006/relationships/officeDocument" Target="/ppt/presentation.xml" Id="Rf877f2ff7067486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42b72c2a5594d2d"/>
  </p:sldMasterIdLst>
  <p:notesMasterIdLst>
    <p:notesMasterId xmlns:r="http://schemas.openxmlformats.org/officeDocument/2006/relationships" r:id="Rbcacdce74829458e"/>
  </p:notesMasterIdLst>
  <p:sldIdLst>
    <p:sldId xmlns:r="http://schemas.openxmlformats.org/officeDocument/2006/relationships" id="256" r:id="R49f3fe91421243f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aba728531f541f1" /><Relationship Type="http://schemas.openxmlformats.org/officeDocument/2006/relationships/slideMaster" Target="/ppt/slideMasters/slideMaster1.xml" Id="R242b72c2a5594d2d" /><Relationship Type="http://schemas.openxmlformats.org/officeDocument/2006/relationships/notesMaster" Target="/ppt/notesMasters/notesMaster1.xml" Id="Rbcacdce74829458e" /><Relationship Type="http://schemas.openxmlformats.org/officeDocument/2006/relationships/presProps" Target="/ppt/presProps.xml" Id="R56a56a1a98974b28" /><Relationship Type="http://schemas.openxmlformats.org/officeDocument/2006/relationships/viewProps" Target="/ppt/viewProps.xml" Id="Rf7e9e39387734648" /><Relationship Type="http://schemas.openxmlformats.org/officeDocument/2006/relationships/tableStyles" Target="/ppt/tableStyles.xml" Id="R404ad1114d5143db" /><Relationship Type="http://schemas.openxmlformats.org/officeDocument/2006/relationships/slide" Target="/ppt/slides/slide1.xml" Id="R49f3fe91421243f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95908d107c548e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5d896b6c85b4e58" /><Relationship Type="http://schemas.openxmlformats.org/officeDocument/2006/relationships/notesMaster" Target="/ppt/notesMasters/notesMaster1.xml" Id="R32c62922e957432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f0aefe6d844e9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005d07840c64bac" /><Relationship Type="http://schemas.openxmlformats.org/officeDocument/2006/relationships/slideLayout" Target="/ppt/slideLayouts/slideLayout1.xml" Id="R26bca5100245442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6bca5100245442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42abf176334e5b" /><Relationship Type="http://schemas.openxmlformats.org/officeDocument/2006/relationships/notesSlide" Target="/ppt/notesSlides/notesSlide1.xml" Id="R3e6d73ded71b437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traight Connector 18" hidden="1">
            <a:extLst xmlns:a="http://schemas.openxmlformats.org/drawingml/2006/main">
              <a:ext uri="{FF2B5EF4-FFF2-40B4-BE49-F238E27FC236}">
                <a16:creationId xmlns:a16="http://schemas.microsoft.com/office/drawing/2014/main" id="{BB071BF5-761A-4556-9F3B-0C5CE095A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10300"/>
            <a:ext cx="112776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3A3A3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Rectangle 2" hidden="1">
            <a:extLst xmlns:a="http://schemas.openxmlformats.org/drawingml/2006/main">
              <a:ext uri="{FF2B5EF4-FFF2-40B4-BE49-F238E27FC236}">
                <a16:creationId xmlns:a16="http://schemas.microsoft.com/office/drawing/2014/main" id="{F46DEBE8-072F-477A-9844-7F7C60599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5905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902F684-A616-491F-8077-6CD2F2B79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57500"/>
            <a:ext cx="12192000" cy="1143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410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4100" b="1">
                <a:solidFill>
                  <a:srgbClr val="F7F7F2"/>
                </a:solidFill>
                <a:latin typeface="Arial"/>
                <a:ea typeface="Arial"/>
                <a:cs typeface="Arial"/>
              </a:rPr>
              <a:t>Thank You</a:t>
            </a:r>
          </a:p>
        </p:txBody>
      </p:sp>
      <p:sp>
        <p:nvSpPr>
          <p:cNvPr id="5" name="Rectangle 4" hidden="1">
            <a:extLst xmlns:a="http://schemas.openxmlformats.org/drawingml/2006/main">
              <a:ext uri="{FF2B5EF4-FFF2-40B4-BE49-F238E27FC236}">
                <a16:creationId xmlns:a16="http://schemas.microsoft.com/office/drawing/2014/main" id="{E540927E-B027-400D-B31B-078BADA40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45000"/>
            <a:ext cx="10600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7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Home Assignment for Senior Marketing Analyst role at </a:t>
            </a:r>
            <a:r>
              <a:rPr sz="17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Marktplaats</a:t>
            </a:r>
          </a:p>
        </p:txBody>
      </p:sp>
      <p:sp>
        <p:nvSpPr>
          <p:cNvPr id="6" name="Straight Connector 5" hidden="1">
            <a:extLst xmlns:a="http://schemas.openxmlformats.org/drawingml/2006/main">
              <a:ext uri="{FF2B5EF4-FFF2-40B4-BE49-F238E27FC236}">
                <a16:creationId xmlns:a16="http://schemas.microsoft.com/office/drawing/2014/main" id="{1815675A-20BE-458D-8661-1BD3C6B5D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0"/>
            <a:ext cx="107251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3A3A3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Rectangle 6" hidden="1">
            <a:extLst xmlns:a="http://schemas.openxmlformats.org/drawingml/2006/main">
              <a:ext uri="{FF2B5EF4-FFF2-40B4-BE49-F238E27FC236}">
                <a16:creationId xmlns:a16="http://schemas.microsoft.com/office/drawing/2014/main" id="{C5B2D3B7-74AF-47B5-98D9-9CE7B8677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14650"/>
            <a:ext cx="66675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F4C43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4C43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Rectangle 7" hidden="1">
            <a:extLst xmlns:a="http://schemas.openxmlformats.org/drawingml/2006/main">
              <a:ext uri="{FF2B5EF4-FFF2-40B4-BE49-F238E27FC236}">
                <a16:creationId xmlns:a16="http://schemas.microsoft.com/office/drawing/2014/main" id="{E5A884B3-8E88-4E44-BA27-F7BBF3732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71850"/>
            <a:ext cx="219075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60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2600" b="1">
                <a:solidFill>
                  <a:srgbClr val="F4C430"/>
                </a:solidFill>
                <a:latin typeface="Arial"/>
                <a:ea typeface="Arial"/>
                <a:cs typeface="Arial"/>
              </a:rPr>
              <a:t>Identify</a:t>
            </a:r>
          </a:p>
        </p:txBody>
      </p:sp>
      <p:sp>
        <p:nvSpPr>
          <p:cNvPr id="9" name="Rectangle 8" hidden="1">
            <a:extLst xmlns:a="http://schemas.openxmlformats.org/drawingml/2006/main">
              <a:ext uri="{FF2B5EF4-FFF2-40B4-BE49-F238E27FC236}">
                <a16:creationId xmlns:a16="http://schemas.microsoft.com/office/drawing/2014/main" id="{E4BD2534-1DE9-463C-AC10-EFF47B62B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0"/>
            <a:ext cx="2190750" cy="990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Find likely SMB sellers using seller behavior and </a:t>
            </a:r>
            <a:r>
              <a:rPr sz="12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attributes</a:t>
            </a:r>
          </a:p>
        </p:txBody>
      </p:sp>
      <p:sp>
        <p:nvSpPr>
          <p:cNvPr id="10" name="Rectangle 9" hidden="1">
            <a:extLst xmlns:a="http://schemas.openxmlformats.org/drawingml/2006/main">
              <a:ext uri="{FF2B5EF4-FFF2-40B4-BE49-F238E27FC236}">
                <a16:creationId xmlns:a16="http://schemas.microsoft.com/office/drawing/2014/main" id="{0C6D38E9-B9E6-4C46-B738-8EF1E19E4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914650"/>
            <a:ext cx="66675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F4C43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FB3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Rectangle 10" hidden="1">
            <a:extLst xmlns:a="http://schemas.openxmlformats.org/drawingml/2006/main">
              <a:ext uri="{FF2B5EF4-FFF2-40B4-BE49-F238E27FC236}">
                <a16:creationId xmlns:a16="http://schemas.microsoft.com/office/drawing/2014/main" id="{5728AE2A-61C9-437D-859E-EF98C6A22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371850"/>
            <a:ext cx="219075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60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2600" b="1">
                <a:solidFill>
                  <a:srgbClr val="4FB3FF"/>
                </a:solidFill>
                <a:latin typeface="Arial"/>
                <a:ea typeface="Arial"/>
                <a:cs typeface="Arial"/>
              </a:rPr>
              <a:t>Prioritize</a:t>
            </a:r>
          </a:p>
        </p:txBody>
      </p:sp>
      <p:sp>
        <p:nvSpPr>
          <p:cNvPr id="12" name="Rectangle 11" hidden="1">
            <a:extLst xmlns:a="http://schemas.openxmlformats.org/drawingml/2006/main">
              <a:ext uri="{FF2B5EF4-FFF2-40B4-BE49-F238E27FC236}">
                <a16:creationId xmlns:a16="http://schemas.microsoft.com/office/drawing/2014/main" id="{1DFF63F0-A94C-4DAD-B65C-CD262DD81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810000"/>
            <a:ext cx="2190750" cy="990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Rank sellers by outreach readiness and bundle fit</a:t>
            </a:r>
          </a:p>
        </p:txBody>
      </p:sp>
      <p:sp>
        <p:nvSpPr>
          <p:cNvPr id="13" name="Rectangle 12" hidden="1">
            <a:extLst xmlns:a="http://schemas.openxmlformats.org/drawingml/2006/main">
              <a:ext uri="{FF2B5EF4-FFF2-40B4-BE49-F238E27FC236}">
                <a16:creationId xmlns:a16="http://schemas.microsoft.com/office/drawing/2014/main" id="{40427021-BCC1-4F5F-900A-65B9F1C68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14650"/>
            <a:ext cx="66675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F4C43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DDC9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Rectangle 13" hidden="1">
            <a:extLst xmlns:a="http://schemas.openxmlformats.org/drawingml/2006/main">
              <a:ext uri="{FF2B5EF4-FFF2-40B4-BE49-F238E27FC236}">
                <a16:creationId xmlns:a16="http://schemas.microsoft.com/office/drawing/2014/main" id="{3F7A21B2-9BA6-4F0D-A812-589C470B8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71850"/>
            <a:ext cx="219075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60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2600" b="1">
                <a:solidFill>
                  <a:srgbClr val="3DDC97"/>
                </a:solidFill>
                <a:latin typeface="Arial"/>
                <a:ea typeface="Arial"/>
                <a:cs typeface="Arial"/>
              </a:rPr>
              <a:t>Monitor</a:t>
            </a:r>
          </a:p>
        </p:txBody>
      </p:sp>
      <p:sp>
        <p:nvSpPr>
          <p:cNvPr id="15" name="Rectangle 14" hidden="1">
            <a:extLst xmlns:a="http://schemas.openxmlformats.org/drawingml/2006/main">
              <a:ext uri="{FF2B5EF4-FFF2-40B4-BE49-F238E27FC236}">
                <a16:creationId xmlns:a16="http://schemas.microsoft.com/office/drawing/2014/main" id="{0761F744-BCD6-4AD3-B28E-C37F1A29B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0000"/>
            <a:ext cx="2190750" cy="990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Track bundle adoption, revenue, and customer quality</a:t>
            </a:r>
          </a:p>
        </p:txBody>
      </p:sp>
      <p:sp>
        <p:nvSpPr>
          <p:cNvPr id="16" name="Rectangle 15" hidden="1">
            <a:extLst xmlns:a="http://schemas.openxmlformats.org/drawingml/2006/main">
              <a:ext uri="{FF2B5EF4-FFF2-40B4-BE49-F238E27FC236}">
                <a16:creationId xmlns:a16="http://schemas.microsoft.com/office/drawing/2014/main" id="{744DD1BE-D7B7-4AB2-A51B-3A87F8328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914650"/>
            <a:ext cx="66675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F4C43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7A5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7" name="Rectangle 16" hidden="1">
            <a:extLst xmlns:a="http://schemas.openxmlformats.org/drawingml/2006/main">
              <a:ext uri="{FF2B5EF4-FFF2-40B4-BE49-F238E27FC236}">
                <a16:creationId xmlns:a16="http://schemas.microsoft.com/office/drawing/2014/main" id="{C2158E59-14EB-45A1-9413-A253C8415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371850"/>
            <a:ext cx="219075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60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2600" b="1">
                <a:solidFill>
                  <a:srgbClr val="FF7A59"/>
                </a:solidFill>
                <a:latin typeface="Arial"/>
                <a:ea typeface="Arial"/>
                <a:cs typeface="Arial"/>
              </a:rPr>
              <a:t>Scale</a:t>
            </a:r>
          </a:p>
        </p:txBody>
      </p:sp>
      <p:sp>
        <p:nvSpPr>
          <p:cNvPr id="18" name="Rectangle 17" hidden="1">
            <a:extLst xmlns:a="http://schemas.openxmlformats.org/drawingml/2006/main">
              <a:ext uri="{FF2B5EF4-FFF2-40B4-BE49-F238E27FC236}">
                <a16:creationId xmlns:a16="http://schemas.microsoft.com/office/drawing/2014/main" id="{B9628688-FAE7-412B-8A94-7E5256E73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810000"/>
            <a:ext cx="2190750" cy="990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Use </a:t>
            </a:r>
            <a:r>
              <a:rPr sz="1200">
                <a:solidFill>
                  <a:srgbClr val="A5A5A5"/>
                </a:solidFill>
                <a:latin typeface="Arial"/>
                <a:ea typeface="Arial"/>
                <a:cs typeface="Arial"/>
              </a:rPr>
              <a:t>Lifecycle</a:t>
            </a:r>
            <a:r>
              <a:rPr sz="12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 and in-product prompts to grow adoption</a:t>
            </a:r>
          </a:p>
        </p:txBody>
      </p:sp>
      <p:sp>
        <p:nvSpPr>
          <p:cNvPr id="21" name="Meta information" hidden="1">
            <a:extLst xmlns:a="http://schemas.openxmlformats.org/drawingml/2006/main">
              <a:ext uri="{FF2B5EF4-FFF2-40B4-BE49-F238E27FC236}">
                <a16:creationId xmlns:a16="http://schemas.microsoft.com/office/drawing/2014/main" id="{2BA5AE30-556F-45E9-9898-18A97F344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750000"/>
            <a:ext cx="5000000" cy="560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7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Omer Tal</a:t>
            </a:r>
            <a:r>
              <a:rPr sz="17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, </a:t>
            </a:r>
            <a:r>
              <a:rPr sz="17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June 2026</a:t>
            </a:r>
          </a:p>
        </p:txBody>
      </p:sp>
    </p:spTree>
    <p:extLst>
      <p:ext uri="{BB962C8B-B14F-4D97-AF65-F5344CB8AC3E}">
        <p14:creationId xmlns:p14="http://schemas.microsoft.com/office/powerpoint/2010/main" val="18784403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2026-06-14T19:15:48.1880000Z</dcterms:created>
  <dcterms:modified xsi:type="dcterms:W3CDTF">2026-06-14T19:15:48.1880000Z</dcterms:modified>
</coreProperties>
</file>